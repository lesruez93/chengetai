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Chengeta is Shona for 'to protect'. The one line to land: detection alone is not protection. A verdict that doesn't tell you who to call leaves the user exactly where it found them — that gap is what this product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Gaps 3 and 4 are the ones most scam tools ignore entirely. They are also exactly what the Safety, Reporting &amp; Protection track asks for: safe reporting, and clear pathways to timely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justifies the whole multi-country design. The scam generalises, so the model and the database have to generalise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remember one slide, this is it. Detection is table stakes; the pathway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newest surface and the one that changes the product's posture: everything else waits for the user to ask. Worth saying out loud that the screening is native Android rather than Flutter, and that iOS cannot do this — the honesty lands better than a roadmap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support-registry decision is the one to dwell on in questions: it is the clearest case where the responsible choice was to not use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code is market-agnostic; partnerships, support-contact verification and language coverage are not. That is why the plan sequences markets instead of claiming seven at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reviewer will find these anyway. Naming them first is both more useful and more credible than a checklist of unqualified yeses — and it is the same posture the product takes with users when a support contact is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first line: people can only act on information they can trust. That is the OSF framing, and it is what this product does in three concrete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engetAi/docs/asset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395728"/>
            <a:ext cx="8778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ChengetAI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552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it. Report it safely. Know who to call next.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7673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protection for African mobile money — detection that ends in help, not just a verdict.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7731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B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"Chengeta" — Shona: to protect, to guard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5285232"/>
            <a:ext cx="6172200" cy="512064"/>
          </a:xfrm>
          <a:prstGeom prst="roundRect">
            <a:avLst>
              <a:gd name="adj" fmla="val 50000"/>
            </a:avLst>
          </a:prstGeom>
          <a:solidFill>
            <a:srgbClr val="1356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5285232"/>
            <a:ext cx="6172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OSF × Andela Hackathon  ·  Safety, Reporting &amp; Protection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52852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chengetai.vercel.app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 is Africa's payment rail —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its primary fraud surface.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6537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 land hardest on the poorest, exactly where financial inclusion is deepening fastest. Four gaps make it worse than it needs to be.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642616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642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578608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scam crosses borders. The warning doesn't.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71216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burned in Lagos works fine in Accra the next day — nothing connects the two.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01568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611880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26464" y="3547872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filters don't know the local scripts.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26464" y="3840480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Western-trained spam filters miss every local wallet's terminology and the scams built on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370832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581144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581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517136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goes nowhere.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26464" y="4809744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told to report it — not to whom, in what order, or how fast. The money is gone by then.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340096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550408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26464" y="5486400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costs safety.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5779008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an identity silences exactly the people most exposed to retaliation.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script. Every wallet. Seven borders.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1102766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64208"/>
            <a:ext cx="530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883664"/>
            <a:ext cx="9564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Confirmed. You have received $80. This was sent to you in error — please reverse the money to 077…  and we will not report it.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2724912"/>
            <a:ext cx="9564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wrong-deposit scam — the single most reported pattern across every market we cover.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identically on: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803904"/>
            <a:ext cx="132222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803904"/>
            <a:ext cx="13222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EcoCash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35454" y="3803904"/>
            <a:ext cx="1214323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5454" y="3803904"/>
            <a:ext cx="12143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M-PESA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96082" y="3803904"/>
            <a:ext cx="143012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6082" y="3803904"/>
            <a:ext cx="14301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MTN MoMo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72507" y="3803904"/>
            <a:ext cx="186171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72507" y="3803904"/>
            <a:ext cx="18617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Airtel Money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80530" y="3803904"/>
            <a:ext cx="998525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0530" y="3803904"/>
            <a:ext cx="99852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25358" y="3803904"/>
            <a:ext cx="1753819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25358" y="3803904"/>
            <a:ext cx="17538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Capitec 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626864"/>
            <a:ext cx="11027664" cy="1371600"/>
          </a:xfrm>
          <a:prstGeom prst="roundRect">
            <a:avLst>
              <a:gd name="adj" fmla="val 6667"/>
            </a:avLst>
          </a:prstGeom>
          <a:solidFill>
            <a:srgbClr val="0F6B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4791456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defence has to cross borders too.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193792"/>
            <a:ext cx="102047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scam-number database across all seven markets. A number reported in Lagos is visible to someone in Accra — and a number reported from two countries goes to high risk regardless of volume, because cross-border reach means an organised operation rather than a local dispute.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→ report safely → reach help.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scam tools stop at the first beat. The second and third are what the Safety, Reporting &amp; Protection track actually asks for.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suspicious message. Verdict, the exact phrases that triggered it, and a plain-language reason — grounded in your own market's wallets and currency.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4256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it safely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account, no name, and the report still counts. Phone numbers, one-time codes and ID numbers are stripped before it is ever stored.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01584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0768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0768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help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the next five minutes, then who to contact in your country — wallet provider first, because it is the only one that can still stop the transfer.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2120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without a next step is only half an answer — so every non-safe verdict ships with the pathway attached, not behind another tap.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97296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 Android the first beat no longer waits to be asked — Call Guard screens incoming calls, texts and WhatsApp calls as they arrive.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modules, one backend, one shared database.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85623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Message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15798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classifier, grounded per market. Verdict, confidence, risk phrases, plain-language reason.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5352" y="170078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6248" y="185623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Help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5798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ordered escalation ladder per country: wallet → regulator → police → support.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88950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77824" y="304495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34670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default. Excerpts redacted at intake, before anything is stored.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5352" y="288950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56248" y="304495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Lookup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56248" y="334670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reputation, including which countries a number has been reported from.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7822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77824" y="4233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&amp; Hotspots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453542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weighted-rules ranking, a regional map and a cross-country rollup.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4078224"/>
            <a:ext cx="53492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56248" y="4233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Fraud Sentinel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4535424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B2B: upload an agent transaction log, get flagged anomalies with readable reasons.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0F6B5C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77824" y="5367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Guard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" y="5669280"/>
            <a:ext cx="10405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incoming calls, SMS and WhatsApp calls — natively on Android, so it works with the app closed.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199632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public landing page and a moderation dashboard. 8 scam categories, named by mechanism rather than by wallet brand — so one taxonomy holds in every market.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GUARD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warns you before you pick up.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Pasting a message assumes the user already suspects something. Call Guard drops that assumption: the check runs as the call, text or WhatsApp call arrives.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3493008" cy="2048256"/>
          </a:xfrm>
          <a:prstGeom prst="roundRect">
            <a:avLst>
              <a:gd name="adj" fmla="val 357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59152"/>
            <a:ext cx="457200" cy="457200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889504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call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200400"/>
            <a:ext cx="2871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call-screening service resolves the caller against the shared reputation database while the phone is still ringing.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2157984"/>
            <a:ext cx="3493008" cy="2048256"/>
          </a:xfrm>
          <a:prstGeom prst="roundRect">
            <a:avLst>
              <a:gd name="adj" fmla="val 357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359152"/>
            <a:ext cx="457200" cy="457200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5152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889504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3200400"/>
            <a:ext cx="2871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looked up and the body classified — two independent signals, since a new number has no reputation but still sends the known script.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2157984"/>
            <a:ext cx="3493008" cy="2048256"/>
          </a:xfrm>
          <a:prstGeom prst="roundRect">
            <a:avLst>
              <a:gd name="adj" fmla="val 357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59152"/>
            <a:ext cx="457200" cy="457200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889504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call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200400"/>
            <a:ext cx="2871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notification listener catches VoIP calls that never reach the dialler — increasingly where the traffic actually is.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07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app closed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718304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native Kotlin, not Flutter — a call can arrive when the engine was never started since boot. A warning that only fires while the app happens to be open is not protection.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334256" y="4407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pipeline, one threshold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34256" y="4718304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channels converge on the same lookup and the same warning bar, and the in-app test button drives that exact path rather than a parallel one.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01584" y="4407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only, and we say why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01584" y="4718304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forbids a live lookup on an incoming number; the nearest equivalent uploads a static blocklist in advance. That is a different feature, so we state the gap instead of shipping a weaker port.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94360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database, same verdict — reaching the user through the channel the scam actually arrives on.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slideware — this is the running product.</a:t>
            </a:r>
            <a:endParaRPr lang="en-US" sz="3200" dirty="0"/>
          </a:p>
        </p:txBody>
      </p:sp>
      <p:pic>
        <p:nvPicPr>
          <p:cNvPr id="4" name="Image 0" descr="/home/user/ChengetAi/docs/screenshots/admin-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572768"/>
            <a:ext cx="7772400" cy="42245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58784" y="17007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58784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categories and the country hotspot map are computed from the reports table on every request.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558784" y="31272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58784" y="34381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reported from more than one market are flagged for moderators as an operation, not a dispute.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558784" y="45537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method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58784" y="48646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carries a method_note saying it is weighted rules, not a model — shown in the UI verbatim.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925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dashboard · captured against a running backend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backend. Two clients. Zero setup to evaluate.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14A08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9019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31136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 (Android-first) + native Kotlin call/SMS/WhatsApp screening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landing page + admin dashboard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767328" y="28163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3145536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0F6B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291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621024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· reputation · feed · support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· taxonomy · redaction · sentinel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4535424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3C6E6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4681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5010912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by default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+ RLS with one env var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699248" y="1755648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no external services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048256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API surface works on the in-memory store — no Supabase project, no API key. A reviewer clones and runs.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99248" y="3145536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 market is a data change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699248" y="3438144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files: the country registry and the support-channel table. No service logic, no model, no client release.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699248" y="4535424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 ships to production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699248" y="4828032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USE_SUPABASE=true swaps the store behind a protocol. Nothing above the persistence layer changes.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justify AI case by case — and say so at runtime.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30952" cy="3931920"/>
          </a:xfrm>
          <a:prstGeom prst="roundRect">
            <a:avLst>
              <a:gd name="adj" fmla="val 186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83664"/>
            <a:ext cx="475488" cy="475488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4871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earns its place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077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classification — scam text is adversarial and mutates constantly; a keyword blocklist catches yesterday's scripts, not tomorrow's. We ship a trained baseline and an LLM strategy so the trade-off is demonstrable, not asserted.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anomaly detection — agent fraud is unlabelled and drifts, which is what unsupervised learning is for. Paired with explicit rules as an honest baseline.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27632"/>
            <a:ext cx="5330952" cy="3931920"/>
          </a:xfrm>
          <a:prstGeom prst="roundRect">
            <a:avLst>
              <a:gd name="adj" fmla="val 186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74536" y="1883664"/>
            <a:ext cx="475488" cy="47548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4536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74536" y="24871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deliberately isn't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9077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reputation and the trending feed — plain CRUD and weighted rules. The API returns a method_note field saying so, and the UI shows it verbatim.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pathways — a curated registry, never generated. A hallucinated police hotline is worse than no hotline, so unverified contacts are shown to the user as unverified rather than hidden.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redaction — deterministic regex, so what is removed from a stored excerpt is auditable and testable rather than a model's judgement call.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codebase, 7 markets.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92224"/>
            <a:ext cx="14301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92224"/>
            <a:ext cx="14301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Zimbabwe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43354" y="1792224"/>
            <a:ext cx="110642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3354" y="1792224"/>
            <a:ext cx="1106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96082" y="1792224"/>
            <a:ext cx="13222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6082" y="1792224"/>
            <a:ext cx="1322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64608" y="1792224"/>
            <a:ext cx="1214323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792224"/>
            <a:ext cx="12143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Uganda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25235" y="1792224"/>
            <a:ext cx="186171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5235" y="1792224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33258" y="1792224"/>
            <a:ext cx="110642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33258" y="1792224"/>
            <a:ext cx="1106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Ghana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485986" y="1792224"/>
            <a:ext cx="14301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85986" y="1792224"/>
            <a:ext cx="14301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Tanzania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276148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77824" y="288950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stored in E.164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" y="318211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0771234567 is a valid Zimbabwean, Ugandan and Tanzanian number. A national-format key would have silently merged three unrelated people's reputations — invisible in a demo, catastrophic in production.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5876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77824" y="398678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classifier, localised grounding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427939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generalises even when the vocabulary doesn't, so one model trained across all markets sees more of each pattern than seven per-country models would.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5604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77824" y="508406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 regions, two hotspot maps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37667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47-county map splits reports too thin to mean anything. Cross-country rollup always; the regional breakdown only when a country is named.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already exists, not what's promised.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live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one country registry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4992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84448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tests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CI on every push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63056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82512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382512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labelled messages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 scam, spread evenly across markets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0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0576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modules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80576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support · reputation · feed · reference · sentinel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387705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shipped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with a full API surface that runs with zero external services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Android-first app: check, lookup, calls, help, alerts, sentinel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screening for incoming calls, SMS and WhatsApp calls — runs with the app closed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landing page and a password-gated moderation dashboard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schema with Row Level Security, and a synthetic dataset disclosed in full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Version-pinned dependencies, CI running pytest plus web build and lint on every push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pays, and what happens next.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65376"/>
            <a:ext cx="1042416" cy="365760"/>
          </a:xfrm>
          <a:prstGeom prst="roundRect">
            <a:avLst>
              <a:gd name="adj" fmla="val 50000"/>
            </a:avLst>
          </a:prstGeom>
          <a:solidFill>
            <a:srgbClr val="14A08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865376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Checking, reporting, lookup and the support pathway stay free. This is the part that protects people and the part least able to pay for itself.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3776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8096" y="1865376"/>
            <a:ext cx="896112" cy="36576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8096" y="1865376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8096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&amp; SMEs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8096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Fraud Sentinel licensed per agent or per till to mobile-money agent networks and SMEs who have no fraud tooling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0624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14944" y="1865376"/>
            <a:ext cx="2359152" cy="36576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14944" y="186537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14944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Telcos, banks, regulators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14944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access to aggregated, anonymised cross-border scam signal — the asset no single-country tool can offer.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913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pilot — sequenced by market, not launched everywhere at once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4672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the MVP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64992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602736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1–3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602736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named partner in one launch market; that market's support contacts verified; dispute flow built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63056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4–6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classifier, multi-agent Sentinel dashboards, second market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61120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98864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7–12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Telco, regulator and bank partnerships; iOS; per-jurisdiction data-protection audit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not claiming.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disclosed in the repository rather than left for a reviewer to find.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368296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68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267712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contacts are mostly unverified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54203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long-standing national short codes are marked verified. The rest name the right organisation with an unconfirmed number — surfaced to the user as unverified, and blocking before a pilot in that market.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008376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218688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118104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English-only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392424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Interface, corpus, prompt and explanations. Across these markets the people most exposed to mobile-money fraud overlap heavily with those least likely to read English comfortably.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858768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069080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968496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is synthetic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242816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647 generated messages and 200 generated transactions, fully disclosed. No real user messages or transactions were collected.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09160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919472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08176" y="4818888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per-jurisdiction privacy review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408176" y="5093208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overlapping regimes. The design targets their common floor; the country-by-country audit is required before real user data and is not done.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5769864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1248" y="5769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408176" y="5669280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pilot partner yet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1408176" y="5943600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profile, not a secured partnership. Stated as pending rather than filled with a name.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0607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can only act on information they can verify.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6654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ChengetAI makes a suspicious message checkable, a report safe to file, and help findable — in that order.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pilot partner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one agent network or telco district in a single launch market.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03776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8096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809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8096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verification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8096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confirming national support-desk numbers — the blocker before any pilot.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0624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16" name="Shape 14"/>
          <p:cNvSpPr/>
          <p:nvPr/>
        </p:nvSpPr>
        <p:spPr>
          <a:xfrm>
            <a:off x="8314944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14944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14944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14944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dispute and human-review flow, and on what non-English coverage really takes.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535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09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Lester Rusike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developer — product, backend and AI engineering, architecture, Flutter + web UI, compliance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48097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chengetai.vercel.app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51389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github.com/Lesruez93/ChengetAi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ChengetAI — Safety, Reporting &amp; Protection</dc:title>
  <dc:subject>PptxGenJS Presentation</dc:subject>
  <dc:creator>ChengetAI</dc:creator>
  <cp:lastModifiedBy>ChengetAI</cp:lastModifiedBy>
  <cp:revision>1</cp:revision>
  <dcterms:created xsi:type="dcterms:W3CDTF">2026-09-20T11:10:05Z</dcterms:created>
  <dcterms:modified xsi:type="dcterms:W3CDTF">2026-09-20T11:10:05Z</dcterms:modified>
</cp:coreProperties>
</file>